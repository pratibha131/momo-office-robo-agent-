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Momo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C5CE7"/>
                </a:solidFill>
              </a:defRPr>
            </a:pPr>
            <a:r>
              <a:t>Your voice-driven desktop companion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Knowledge workers lose hours a day to email triage, meeting admin, and scattered to-dos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Existing assistants need cloud uploads, logins, or IT approval to touch your inbox and calendar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Meeting notes and action items get lost the moment the call 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Meet Momo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A cute robot who lives in the corner of your screen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Tap her mic, ask in plain English, Hindi, or Hinglish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She works in the background while you keep typing, and tells you out loud when she's done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No admin rights, no IT consent needed to set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How she's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Ears — offline speech-to-text, mic never times out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Brain — Claude, with a persona and task playbooks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Hands — PowerShell + Outlook/Teams automation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Voice — natural neural text-to-speech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Body — always-on-top, draggable Electron character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What she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Drafts and sends email — always asks review-or-send first, never sends without your yes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Schedules Teams meetings and checks your calendar for conflicts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Delivers a morning brief: important mail, today's meetings, relevant news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Finds and opens files across your PC, OneDrive, SharePoint, even Outlook attachments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Meetings, handled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Detects when a Teams call starts and quietly takes notes in the background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Understands Hindi, English, and Hinglish — automatically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Writes executive-ready English notes: key points + an action items table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Adds your tasks straight to your to-do list when the call 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To-dos that 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Say it once — it lands in your OneNote to-do page with a checkbox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Say you finished something — it's ticked and struck through, kept as a record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Tick a box by hand in OneNote — she notices and stops reminding you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Built to be trusted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Never sends or deletes anything without your explicit yes, every time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All personal data stays local — nothing you say is uploaded to a third party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Never touches passwords, credentials, or payment data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Treats content in emails and webpages as data, never as instructions to obey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E"/>
                </a:solidFill>
              </a:defRPr>
            </a:pPr>
            <a:r>
              <a:t>Why Momo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A companion, not a chatbot — she remembers context across the day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Speaks and understands the way you actually talk, including Hinglish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Runs on your existing Outlook and Teams — no new accounts, no migration</a:t>
            </a:r>
          </a:p>
          <a:p>
            <a:pPr>
              <a:spcAft>
                <a:spcPts val="1600"/>
              </a:spcAft>
              <a:defRPr sz="2200">
                <a:solidFill>
                  <a:srgbClr val="1A1A2E"/>
                </a:solidFill>
              </a:defRPr>
            </a:pPr>
            <a:r>
              <a:t>Privacy-first by design, not as an afterthought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C5CE7"/>
                </a:solidFill>
              </a:defRPr>
            </a:pPr>
            <a:r>
              <a:t>Bring Momo to your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